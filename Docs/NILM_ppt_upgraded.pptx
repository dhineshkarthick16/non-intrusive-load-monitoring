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75" r:id="rId8"/>
    <p:sldId id="263" r:id="rId9"/>
    <p:sldId id="271" r:id="rId10"/>
    <p:sldId id="264" r:id="rId11"/>
    <p:sldId id="272" r:id="rId12"/>
    <p:sldId id="266" r:id="rId13"/>
    <p:sldId id="267" r:id="rId14"/>
    <p:sldId id="273" r:id="rId15"/>
    <p:sldId id="274" r:id="rId16"/>
    <p:sldId id="269" r:id="rId17"/>
    <p:sldId id="277" r:id="rId18"/>
    <p:sldId id="278" r:id="rId19"/>
    <p:sldId id="270" r:id="rId2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F00E1B-503A-4317-9029-ADD5577CDA8A}" v="15" dt="2026-09-18T13:10:09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88" autoAdjust="0"/>
    <p:restoredTop sz="90681" autoAdjust="0"/>
  </p:normalViewPr>
  <p:slideViewPr>
    <p:cSldViewPr>
      <p:cViewPr varScale="1">
        <p:scale>
          <a:sx n="84" d="100"/>
          <a:sy n="84" d="100"/>
        </p:scale>
        <p:origin x="1120" y="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inesh Karthick" userId="97d27e92d58cdd6c" providerId="LiveId" clId="{2BF9A189-C07D-4A9B-9256-A6B69EF16AE6}"/>
    <pc:docChg chg="undo custSel delSld modSld">
      <pc:chgData name="Dhinesh Karthick" userId="97d27e92d58cdd6c" providerId="LiveId" clId="{2BF9A189-C07D-4A9B-9256-A6B69EF16AE6}" dt="2026-09-18T13:11:37.258" v="109" actId="1035"/>
      <pc:docMkLst>
        <pc:docMk/>
      </pc:docMkLst>
      <pc:sldChg chg="modSp mod">
        <pc:chgData name="Dhinesh Karthick" userId="97d27e92d58cdd6c" providerId="LiveId" clId="{2BF9A189-C07D-4A9B-9256-A6B69EF16AE6}" dt="2026-09-18T13:05:41.791" v="7" actId="14734"/>
        <pc:sldMkLst>
          <pc:docMk/>
          <pc:sldMk cId="0" sldId="257"/>
        </pc:sldMkLst>
        <pc:graphicFrameChg chg="modGraphic">
          <ac:chgData name="Dhinesh Karthick" userId="97d27e92d58cdd6c" providerId="LiveId" clId="{2BF9A189-C07D-4A9B-9256-A6B69EF16AE6}" dt="2026-09-18T13:05:33.038" v="5" actId="20577"/>
          <ac:graphicFrameMkLst>
            <pc:docMk/>
            <pc:sldMk cId="0" sldId="257"/>
            <ac:graphicFrameMk id="4194304" creationId="{00000000-0000-0000-0000-000000000000}"/>
          </ac:graphicFrameMkLst>
        </pc:graphicFrameChg>
        <pc:graphicFrameChg chg="modGraphic">
          <ac:chgData name="Dhinesh Karthick" userId="97d27e92d58cdd6c" providerId="LiveId" clId="{2BF9A189-C07D-4A9B-9256-A6B69EF16AE6}" dt="2026-09-18T13:05:41.791" v="7" actId="14734"/>
          <ac:graphicFrameMkLst>
            <pc:docMk/>
            <pc:sldMk cId="0" sldId="257"/>
            <ac:graphicFrameMk id="4194305" creationId="{00000000-0000-0000-0000-000000000000}"/>
          </ac:graphicFrameMkLst>
        </pc:graphicFrameChg>
      </pc:sldChg>
      <pc:sldChg chg="modSp mod">
        <pc:chgData name="Dhinesh Karthick" userId="97d27e92d58cdd6c" providerId="LiveId" clId="{2BF9A189-C07D-4A9B-9256-A6B69EF16AE6}" dt="2026-09-18T13:06:07.998" v="9" actId="14100"/>
        <pc:sldMkLst>
          <pc:docMk/>
          <pc:sldMk cId="0" sldId="258"/>
        </pc:sldMkLst>
        <pc:graphicFrameChg chg="mod modGraphic">
          <ac:chgData name="Dhinesh Karthick" userId="97d27e92d58cdd6c" providerId="LiveId" clId="{2BF9A189-C07D-4A9B-9256-A6B69EF16AE6}" dt="2026-09-18T13:06:07.998" v="9" actId="14100"/>
          <ac:graphicFrameMkLst>
            <pc:docMk/>
            <pc:sldMk cId="0" sldId="258"/>
            <ac:graphicFrameMk id="4194306" creationId="{00000000-0000-0000-0000-000000000000}"/>
          </ac:graphicFrameMkLst>
        </pc:graphicFrameChg>
      </pc:sldChg>
      <pc:sldChg chg="modSp mod">
        <pc:chgData name="Dhinesh Karthick" userId="97d27e92d58cdd6c" providerId="LiveId" clId="{2BF9A189-C07D-4A9B-9256-A6B69EF16AE6}" dt="2026-09-18T13:07:03.341" v="30" actId="1076"/>
        <pc:sldMkLst>
          <pc:docMk/>
          <pc:sldMk cId="0" sldId="259"/>
        </pc:sldMkLst>
        <pc:graphicFrameChg chg="mod">
          <ac:chgData name="Dhinesh Karthick" userId="97d27e92d58cdd6c" providerId="LiveId" clId="{2BF9A189-C07D-4A9B-9256-A6B69EF16AE6}" dt="2026-09-18T13:06:17.601" v="10"/>
          <ac:graphicFrameMkLst>
            <pc:docMk/>
            <pc:sldMk cId="0" sldId="259"/>
            <ac:graphicFrameMk id="4194308" creationId="{00000000-0000-0000-0000-000000000000}"/>
          </ac:graphicFrameMkLst>
        </pc:graphicFrameChg>
        <pc:graphicFrameChg chg="modGraphic">
          <ac:chgData name="Dhinesh Karthick" userId="97d27e92d58cdd6c" providerId="LiveId" clId="{2BF9A189-C07D-4A9B-9256-A6B69EF16AE6}" dt="2026-09-18T13:06:25.995" v="17" actId="20577"/>
          <ac:graphicFrameMkLst>
            <pc:docMk/>
            <pc:sldMk cId="0" sldId="259"/>
            <ac:graphicFrameMk id="4194310" creationId="{00000000-0000-0000-0000-000000000000}"/>
          </ac:graphicFrameMkLst>
        </pc:graphicFrameChg>
        <pc:picChg chg="mod">
          <ac:chgData name="Dhinesh Karthick" userId="97d27e92d58cdd6c" providerId="LiveId" clId="{2BF9A189-C07D-4A9B-9256-A6B69EF16AE6}" dt="2026-09-18T13:07:03.341" v="30" actId="1076"/>
          <ac:picMkLst>
            <pc:docMk/>
            <pc:sldMk cId="0" sldId="259"/>
            <ac:picMk id="10" creationId="{00000000-0000-0000-0000-000000000000}"/>
          </ac:picMkLst>
        </pc:picChg>
      </pc:sldChg>
      <pc:sldChg chg="modSp mod">
        <pc:chgData name="Dhinesh Karthick" userId="97d27e92d58cdd6c" providerId="LiveId" clId="{2BF9A189-C07D-4A9B-9256-A6B69EF16AE6}" dt="2026-09-18T13:06:57.981" v="28" actId="1076"/>
        <pc:sldMkLst>
          <pc:docMk/>
          <pc:sldMk cId="0" sldId="260"/>
        </pc:sldMkLst>
        <pc:graphicFrameChg chg="mod modGraphic">
          <ac:chgData name="Dhinesh Karthick" userId="97d27e92d58cdd6c" providerId="LiveId" clId="{2BF9A189-C07D-4A9B-9256-A6B69EF16AE6}" dt="2026-09-18T13:06:38.138" v="23"/>
          <ac:graphicFrameMkLst>
            <pc:docMk/>
            <pc:sldMk cId="0" sldId="260"/>
            <ac:graphicFrameMk id="4194311" creationId="{00000000-0000-0000-0000-000000000000}"/>
          </ac:graphicFrameMkLst>
        </pc:graphicFrameChg>
        <pc:picChg chg="mod">
          <ac:chgData name="Dhinesh Karthick" userId="97d27e92d58cdd6c" providerId="LiveId" clId="{2BF9A189-C07D-4A9B-9256-A6B69EF16AE6}" dt="2026-09-18T13:06:57.981" v="28" actId="1076"/>
          <ac:picMkLst>
            <pc:docMk/>
            <pc:sldMk cId="0" sldId="260"/>
            <ac:picMk id="10" creationId="{00000000-0000-0000-0000-000000000000}"/>
          </ac:picMkLst>
        </pc:picChg>
      </pc:sldChg>
      <pc:sldChg chg="addSp delSp modSp mod">
        <pc:chgData name="Dhinesh Karthick" userId="97d27e92d58cdd6c" providerId="LiveId" clId="{2BF9A189-C07D-4A9B-9256-A6B69EF16AE6}" dt="2026-09-18T13:11:37.258" v="109" actId="1035"/>
        <pc:sldMkLst>
          <pc:docMk/>
          <pc:sldMk cId="0" sldId="261"/>
        </pc:sldMkLst>
        <pc:graphicFrameChg chg="mod modGraphic">
          <ac:chgData name="Dhinesh Karthick" userId="97d27e92d58cdd6c" providerId="LiveId" clId="{2BF9A189-C07D-4A9B-9256-A6B69EF16AE6}" dt="2026-09-18T13:06:48.066" v="26"/>
          <ac:graphicFrameMkLst>
            <pc:docMk/>
            <pc:sldMk cId="0" sldId="261"/>
            <ac:graphicFrameMk id="4194313" creationId="{00000000-0000-0000-0000-000000000000}"/>
          </ac:graphicFrameMkLst>
        </pc:graphicFrameChg>
        <pc:picChg chg="add mod">
          <ac:chgData name="Dhinesh Karthick" userId="97d27e92d58cdd6c" providerId="LiveId" clId="{2BF9A189-C07D-4A9B-9256-A6B69EF16AE6}" dt="2026-09-18T13:11:37.258" v="109" actId="1035"/>
          <ac:picMkLst>
            <pc:docMk/>
            <pc:sldMk cId="0" sldId="261"/>
            <ac:picMk id="3" creationId="{55C02BF7-EDCB-C6B8-6F38-E85DFF350610}"/>
          </ac:picMkLst>
        </pc:picChg>
        <pc:picChg chg="del mod">
          <ac:chgData name="Dhinesh Karthick" userId="97d27e92d58cdd6c" providerId="LiveId" clId="{2BF9A189-C07D-4A9B-9256-A6B69EF16AE6}" dt="2026-09-18T13:11:36.012" v="107" actId="478"/>
          <ac:picMkLst>
            <pc:docMk/>
            <pc:sldMk cId="0" sldId="261"/>
            <ac:picMk id="11" creationId="{00000000-0000-0000-0000-000000000000}"/>
          </ac:picMkLst>
        </pc:picChg>
      </pc:sldChg>
      <pc:sldChg chg="modSp mod">
        <pc:chgData name="Dhinesh Karthick" userId="97d27e92d58cdd6c" providerId="LiveId" clId="{2BF9A189-C07D-4A9B-9256-A6B69EF16AE6}" dt="2026-09-18T13:07:20.610" v="32" actId="1076"/>
        <pc:sldMkLst>
          <pc:docMk/>
          <pc:sldMk cId="0" sldId="262"/>
        </pc:sldMkLst>
        <pc:graphicFrameChg chg="mod">
          <ac:chgData name="Dhinesh Karthick" userId="97d27e92d58cdd6c" providerId="LiveId" clId="{2BF9A189-C07D-4A9B-9256-A6B69EF16AE6}" dt="2026-09-18T13:07:16.432" v="31"/>
          <ac:graphicFrameMkLst>
            <pc:docMk/>
            <pc:sldMk cId="0" sldId="262"/>
            <ac:graphicFrameMk id="4194315" creationId="{00000000-0000-0000-0000-000000000000}"/>
          </ac:graphicFrameMkLst>
        </pc:graphicFrameChg>
        <pc:picChg chg="mod">
          <ac:chgData name="Dhinesh Karthick" userId="97d27e92d58cdd6c" providerId="LiveId" clId="{2BF9A189-C07D-4A9B-9256-A6B69EF16AE6}" dt="2026-09-18T13:07:20.610" v="32" actId="1076"/>
          <ac:picMkLst>
            <pc:docMk/>
            <pc:sldMk cId="0" sldId="262"/>
            <ac:picMk id="9" creationId="{00000000-0000-0000-0000-000000000000}"/>
          </ac:picMkLst>
        </pc:picChg>
      </pc:sldChg>
      <pc:sldChg chg="addSp delSp modSp mod">
        <pc:chgData name="Dhinesh Karthick" userId="97d27e92d58cdd6c" providerId="LiveId" clId="{2BF9A189-C07D-4A9B-9256-A6B69EF16AE6}" dt="2026-09-18T13:11:29.438" v="106" actId="22"/>
        <pc:sldMkLst>
          <pc:docMk/>
          <pc:sldMk cId="0" sldId="263"/>
        </pc:sldMkLst>
        <pc:graphicFrameChg chg="mod modGraphic">
          <ac:chgData name="Dhinesh Karthick" userId="97d27e92d58cdd6c" providerId="LiveId" clId="{2BF9A189-C07D-4A9B-9256-A6B69EF16AE6}" dt="2026-09-18T13:07:37.726" v="37"/>
          <ac:graphicFrameMkLst>
            <pc:docMk/>
            <pc:sldMk cId="0" sldId="263"/>
            <ac:graphicFrameMk id="4194317" creationId="{00000000-0000-0000-0000-000000000000}"/>
          </ac:graphicFrameMkLst>
        </pc:graphicFrameChg>
        <pc:picChg chg="add">
          <ac:chgData name="Dhinesh Karthick" userId="97d27e92d58cdd6c" providerId="LiveId" clId="{2BF9A189-C07D-4A9B-9256-A6B69EF16AE6}" dt="2026-09-18T13:11:29.438" v="106" actId="22"/>
          <ac:picMkLst>
            <pc:docMk/>
            <pc:sldMk cId="0" sldId="263"/>
            <ac:picMk id="4" creationId="{F803F089-DDC2-B6D4-5242-86C794FFED76}"/>
          </ac:picMkLst>
        </pc:picChg>
        <pc:picChg chg="del">
          <ac:chgData name="Dhinesh Karthick" userId="97d27e92d58cdd6c" providerId="LiveId" clId="{2BF9A189-C07D-4A9B-9256-A6B69EF16AE6}" dt="2026-09-18T13:11:28.592" v="105" actId="478"/>
          <ac:picMkLst>
            <pc:docMk/>
            <pc:sldMk cId="0" sldId="263"/>
            <ac:picMk id="8" creationId="{00000000-0000-0000-0000-000000000000}"/>
          </ac:picMkLst>
        </pc:picChg>
      </pc:sldChg>
      <pc:sldChg chg="addSp delSp modSp mod">
        <pc:chgData name="Dhinesh Karthick" userId="97d27e92d58cdd6c" providerId="LiveId" clId="{2BF9A189-C07D-4A9B-9256-A6B69EF16AE6}" dt="2026-09-18T13:11:24.143" v="104" actId="22"/>
        <pc:sldMkLst>
          <pc:docMk/>
          <pc:sldMk cId="0" sldId="264"/>
        </pc:sldMkLst>
        <pc:graphicFrameChg chg="mod modGraphic">
          <ac:chgData name="Dhinesh Karthick" userId="97d27e92d58cdd6c" providerId="LiveId" clId="{2BF9A189-C07D-4A9B-9256-A6B69EF16AE6}" dt="2026-09-18T13:08:49.953" v="48" actId="14100"/>
          <ac:graphicFrameMkLst>
            <pc:docMk/>
            <pc:sldMk cId="0" sldId="264"/>
            <ac:graphicFrameMk id="4194318" creationId="{00000000-0000-0000-0000-000000000000}"/>
          </ac:graphicFrameMkLst>
        </pc:graphicFrameChg>
        <pc:picChg chg="add">
          <ac:chgData name="Dhinesh Karthick" userId="97d27e92d58cdd6c" providerId="LiveId" clId="{2BF9A189-C07D-4A9B-9256-A6B69EF16AE6}" dt="2026-09-18T13:11:24.143" v="104" actId="22"/>
          <ac:picMkLst>
            <pc:docMk/>
            <pc:sldMk cId="0" sldId="264"/>
            <ac:picMk id="3" creationId="{14D9B158-4352-9CC9-0D3E-C43AE57A97D5}"/>
          </ac:picMkLst>
        </pc:picChg>
        <pc:picChg chg="del mod">
          <ac:chgData name="Dhinesh Karthick" userId="97d27e92d58cdd6c" providerId="LiveId" clId="{2BF9A189-C07D-4A9B-9256-A6B69EF16AE6}" dt="2026-09-18T13:11:23.669" v="103" actId="478"/>
          <ac:picMkLst>
            <pc:docMk/>
            <pc:sldMk cId="0" sldId="264"/>
            <ac:picMk id="8" creationId="{00000000-0000-0000-0000-000000000000}"/>
          </ac:picMkLst>
        </pc:picChg>
      </pc:sldChg>
      <pc:sldChg chg="addSp delSp modSp mod">
        <pc:chgData name="Dhinesh Karthick" userId="97d27e92d58cdd6c" providerId="LiveId" clId="{2BF9A189-C07D-4A9B-9256-A6B69EF16AE6}" dt="2026-09-18T13:11:07.803" v="98" actId="22"/>
        <pc:sldMkLst>
          <pc:docMk/>
          <pc:sldMk cId="0" sldId="266"/>
        </pc:sldMkLst>
        <pc:graphicFrameChg chg="mod modGraphic">
          <ac:chgData name="Dhinesh Karthick" userId="97d27e92d58cdd6c" providerId="LiveId" clId="{2BF9A189-C07D-4A9B-9256-A6B69EF16AE6}" dt="2026-09-18T13:09:19.299" v="51" actId="14100"/>
          <ac:graphicFrameMkLst>
            <pc:docMk/>
            <pc:sldMk cId="0" sldId="266"/>
            <ac:graphicFrameMk id="4194322" creationId="{00000000-0000-0000-0000-000000000000}"/>
          </ac:graphicFrameMkLst>
        </pc:graphicFrameChg>
        <pc:picChg chg="add">
          <ac:chgData name="Dhinesh Karthick" userId="97d27e92d58cdd6c" providerId="LiveId" clId="{2BF9A189-C07D-4A9B-9256-A6B69EF16AE6}" dt="2026-09-18T13:11:07.803" v="98" actId="22"/>
          <ac:picMkLst>
            <pc:docMk/>
            <pc:sldMk cId="0" sldId="266"/>
            <ac:picMk id="3" creationId="{992ADAB8-1120-F35D-1DD0-34C73638B8F6}"/>
          </ac:picMkLst>
        </pc:picChg>
        <pc:picChg chg="del">
          <ac:chgData name="Dhinesh Karthick" userId="97d27e92d58cdd6c" providerId="LiveId" clId="{2BF9A189-C07D-4A9B-9256-A6B69EF16AE6}" dt="2026-09-18T13:11:07.269" v="97" actId="478"/>
          <ac:picMkLst>
            <pc:docMk/>
            <pc:sldMk cId="0" sldId="266"/>
            <ac:picMk id="8" creationId="{00000000-0000-0000-0000-000000000000}"/>
          </ac:picMkLst>
        </pc:picChg>
        <pc:picChg chg="mod">
          <ac:chgData name="Dhinesh Karthick" userId="97d27e92d58cdd6c" providerId="LiveId" clId="{2BF9A189-C07D-4A9B-9256-A6B69EF16AE6}" dt="2026-09-18T13:09:28.790" v="53" actId="14100"/>
          <ac:picMkLst>
            <pc:docMk/>
            <pc:sldMk cId="0" sldId="266"/>
            <ac:picMk id="4194323" creationId="{00000000-0000-0000-0000-000000000000}"/>
          </ac:picMkLst>
        </pc:picChg>
      </pc:sldChg>
      <pc:sldChg chg="addSp delSp modSp mod">
        <pc:chgData name="Dhinesh Karthick" userId="97d27e92d58cdd6c" providerId="LiveId" clId="{2BF9A189-C07D-4A9B-9256-A6B69EF16AE6}" dt="2026-09-18T13:11:02.469" v="96" actId="1035"/>
        <pc:sldMkLst>
          <pc:docMk/>
          <pc:sldMk cId="0" sldId="267"/>
        </pc:sldMkLst>
        <pc:graphicFrameChg chg="mod modGraphic">
          <ac:chgData name="Dhinesh Karthick" userId="97d27e92d58cdd6c" providerId="LiveId" clId="{2BF9A189-C07D-4A9B-9256-A6B69EF16AE6}" dt="2026-09-18T13:09:43.273" v="61" actId="6549"/>
          <ac:graphicFrameMkLst>
            <pc:docMk/>
            <pc:sldMk cId="0" sldId="267"/>
            <ac:graphicFrameMk id="4194324" creationId="{00000000-0000-0000-0000-000000000000}"/>
          </ac:graphicFrameMkLst>
        </pc:graphicFrameChg>
        <pc:picChg chg="add mod">
          <ac:chgData name="Dhinesh Karthick" userId="97d27e92d58cdd6c" providerId="LiveId" clId="{2BF9A189-C07D-4A9B-9256-A6B69EF16AE6}" dt="2026-09-18T13:11:02.469" v="96" actId="1035"/>
          <ac:picMkLst>
            <pc:docMk/>
            <pc:sldMk cId="0" sldId="267"/>
            <ac:picMk id="3" creationId="{6D596243-4EEF-B843-F1B0-0C42F45DFB71}"/>
          </ac:picMkLst>
        </pc:picChg>
        <pc:picChg chg="del">
          <ac:chgData name="Dhinesh Karthick" userId="97d27e92d58cdd6c" providerId="LiveId" clId="{2BF9A189-C07D-4A9B-9256-A6B69EF16AE6}" dt="2026-09-18T13:11:00.801" v="94" actId="478"/>
          <ac:picMkLst>
            <pc:docMk/>
            <pc:sldMk cId="0" sldId="267"/>
            <ac:picMk id="9" creationId="{00000000-0000-0000-0000-000000000000}"/>
          </ac:picMkLst>
        </pc:picChg>
      </pc:sldChg>
      <pc:sldChg chg="addSp modSp mod">
        <pc:chgData name="Dhinesh Karthick" userId="97d27e92d58cdd6c" providerId="LiveId" clId="{2BF9A189-C07D-4A9B-9256-A6B69EF16AE6}" dt="2026-09-18T13:10:50.225" v="93" actId="22"/>
        <pc:sldMkLst>
          <pc:docMk/>
          <pc:sldMk cId="0" sldId="269"/>
        </pc:sldMkLst>
        <pc:graphicFrameChg chg="mod modGraphic">
          <ac:chgData name="Dhinesh Karthick" userId="97d27e92d58cdd6c" providerId="LiveId" clId="{2BF9A189-C07D-4A9B-9256-A6B69EF16AE6}" dt="2026-09-18T13:10:09.600" v="82"/>
          <ac:graphicFrameMkLst>
            <pc:docMk/>
            <pc:sldMk cId="0" sldId="269"/>
            <ac:graphicFrameMk id="4194330" creationId="{00000000-0000-0000-0000-000000000000}"/>
          </ac:graphicFrameMkLst>
        </pc:graphicFrameChg>
        <pc:picChg chg="add">
          <ac:chgData name="Dhinesh Karthick" userId="97d27e92d58cdd6c" providerId="LiveId" clId="{2BF9A189-C07D-4A9B-9256-A6B69EF16AE6}" dt="2026-09-18T13:10:50.225" v="93" actId="22"/>
          <ac:picMkLst>
            <pc:docMk/>
            <pc:sldMk cId="0" sldId="269"/>
            <ac:picMk id="3" creationId="{4CA5BFA4-F589-FC5C-5EC2-B567193AB4CA}"/>
          </ac:picMkLst>
        </pc:picChg>
      </pc:sldChg>
      <pc:sldChg chg="addSp delSp modSp mod">
        <pc:chgData name="Dhinesh Karthick" userId="97d27e92d58cdd6c" providerId="LiveId" clId="{2BF9A189-C07D-4A9B-9256-A6B69EF16AE6}" dt="2026-09-18T13:11:19.521" v="102" actId="22"/>
        <pc:sldMkLst>
          <pc:docMk/>
          <pc:sldMk cId="0" sldId="271"/>
        </pc:sldMkLst>
        <pc:graphicFrameChg chg="mod modGraphic">
          <ac:chgData name="Dhinesh Karthick" userId="97d27e92d58cdd6c" providerId="LiveId" clId="{2BF9A189-C07D-4A9B-9256-A6B69EF16AE6}" dt="2026-09-18T13:08:03.110" v="40"/>
          <ac:graphicFrameMkLst>
            <pc:docMk/>
            <pc:sldMk cId="0" sldId="271"/>
            <ac:graphicFrameMk id="4194317" creationId="{00000000-0000-0000-0000-000000000000}"/>
          </ac:graphicFrameMkLst>
        </pc:graphicFrameChg>
        <pc:picChg chg="add">
          <ac:chgData name="Dhinesh Karthick" userId="97d27e92d58cdd6c" providerId="LiveId" clId="{2BF9A189-C07D-4A9B-9256-A6B69EF16AE6}" dt="2026-09-18T13:11:19.521" v="102" actId="22"/>
          <ac:picMkLst>
            <pc:docMk/>
            <pc:sldMk cId="0" sldId="271"/>
            <ac:picMk id="3" creationId="{B2742127-E5CC-7B35-17C6-F7A977CCBF2B}"/>
          </ac:picMkLst>
        </pc:picChg>
        <pc:picChg chg="del">
          <ac:chgData name="Dhinesh Karthick" userId="97d27e92d58cdd6c" providerId="LiveId" clId="{2BF9A189-C07D-4A9B-9256-A6B69EF16AE6}" dt="2026-09-18T13:11:18.916" v="101" actId="478"/>
          <ac:picMkLst>
            <pc:docMk/>
            <pc:sldMk cId="0" sldId="271"/>
            <ac:picMk id="10" creationId="{00000000-0000-0000-0000-000000000000}"/>
          </ac:picMkLst>
        </pc:picChg>
      </pc:sldChg>
      <pc:sldChg chg="addSp delSp modSp mod">
        <pc:chgData name="Dhinesh Karthick" userId="97d27e92d58cdd6c" providerId="LiveId" clId="{2BF9A189-C07D-4A9B-9256-A6B69EF16AE6}" dt="2026-09-18T13:11:12.750" v="100" actId="22"/>
        <pc:sldMkLst>
          <pc:docMk/>
          <pc:sldMk cId="0" sldId="272"/>
        </pc:sldMkLst>
        <pc:graphicFrameChg chg="mod">
          <ac:chgData name="Dhinesh Karthick" userId="97d27e92d58cdd6c" providerId="LiveId" clId="{2BF9A189-C07D-4A9B-9256-A6B69EF16AE6}" dt="2026-09-18T13:08:56.121" v="49"/>
          <ac:graphicFrameMkLst>
            <pc:docMk/>
            <pc:sldMk cId="0" sldId="272"/>
            <ac:graphicFrameMk id="4194318" creationId="{00000000-0000-0000-0000-000000000000}"/>
          </ac:graphicFrameMkLst>
        </pc:graphicFrameChg>
        <pc:picChg chg="add">
          <ac:chgData name="Dhinesh Karthick" userId="97d27e92d58cdd6c" providerId="LiveId" clId="{2BF9A189-C07D-4A9B-9256-A6B69EF16AE6}" dt="2026-09-18T13:11:12.750" v="100" actId="22"/>
          <ac:picMkLst>
            <pc:docMk/>
            <pc:sldMk cId="0" sldId="272"/>
            <ac:picMk id="3" creationId="{93E4F02D-0AD0-3951-4783-7631E4DA5BC0}"/>
          </ac:picMkLst>
        </pc:picChg>
        <pc:picChg chg="del">
          <ac:chgData name="Dhinesh Karthick" userId="97d27e92d58cdd6c" providerId="LiveId" clId="{2BF9A189-C07D-4A9B-9256-A6B69EF16AE6}" dt="2026-09-18T13:11:12.007" v="99" actId="478"/>
          <ac:picMkLst>
            <pc:docMk/>
            <pc:sldMk cId="0" sldId="272"/>
            <ac:picMk id="9" creationId="{00000000-0000-0000-0000-000000000000}"/>
          </ac:picMkLst>
        </pc:picChg>
      </pc:sldChg>
      <pc:sldChg chg="modSp mod">
        <pc:chgData name="Dhinesh Karthick" userId="97d27e92d58cdd6c" providerId="LiveId" clId="{2BF9A189-C07D-4A9B-9256-A6B69EF16AE6}" dt="2026-09-18T13:10:42.682" v="91" actId="1076"/>
        <pc:sldMkLst>
          <pc:docMk/>
          <pc:sldMk cId="0" sldId="273"/>
        </pc:sldMkLst>
        <pc:graphicFrameChg chg="mod modGraphic">
          <ac:chgData name="Dhinesh Karthick" userId="97d27e92d58cdd6c" providerId="LiveId" clId="{2BF9A189-C07D-4A9B-9256-A6B69EF16AE6}" dt="2026-09-18T13:09:52.589" v="68"/>
          <ac:graphicFrameMkLst>
            <pc:docMk/>
            <pc:sldMk cId="0" sldId="273"/>
            <ac:graphicFrameMk id="4194330" creationId="{00000000-0000-0000-0000-000000000000}"/>
          </ac:graphicFrameMkLst>
        </pc:graphicFrameChg>
        <pc:picChg chg="mod">
          <ac:chgData name="Dhinesh Karthick" userId="97d27e92d58cdd6c" providerId="LiveId" clId="{2BF9A189-C07D-4A9B-9256-A6B69EF16AE6}" dt="2026-09-18T13:10:42.682" v="91" actId="1076"/>
          <ac:picMkLst>
            <pc:docMk/>
            <pc:sldMk cId="0" sldId="273"/>
            <ac:picMk id="8" creationId="{00000000-0000-0000-0000-000000000000}"/>
          </ac:picMkLst>
        </pc:picChg>
      </pc:sldChg>
      <pc:sldChg chg="addSp modSp mod">
        <pc:chgData name="Dhinesh Karthick" userId="97d27e92d58cdd6c" providerId="LiveId" clId="{2BF9A189-C07D-4A9B-9256-A6B69EF16AE6}" dt="2026-09-18T13:10:46.612" v="92" actId="22"/>
        <pc:sldMkLst>
          <pc:docMk/>
          <pc:sldMk cId="0" sldId="274"/>
        </pc:sldMkLst>
        <pc:graphicFrameChg chg="mod modGraphic">
          <ac:chgData name="Dhinesh Karthick" userId="97d27e92d58cdd6c" providerId="LiveId" clId="{2BF9A189-C07D-4A9B-9256-A6B69EF16AE6}" dt="2026-09-18T13:10:00.082" v="75"/>
          <ac:graphicFrameMkLst>
            <pc:docMk/>
            <pc:sldMk cId="0" sldId="274"/>
            <ac:graphicFrameMk id="4194330" creationId="{00000000-0000-0000-0000-000000000000}"/>
          </ac:graphicFrameMkLst>
        </pc:graphicFrameChg>
        <pc:picChg chg="add">
          <ac:chgData name="Dhinesh Karthick" userId="97d27e92d58cdd6c" providerId="LiveId" clId="{2BF9A189-C07D-4A9B-9256-A6B69EF16AE6}" dt="2026-09-18T13:10:46.612" v="92" actId="22"/>
          <ac:picMkLst>
            <pc:docMk/>
            <pc:sldMk cId="0" sldId="274"/>
            <ac:picMk id="3" creationId="{73BBE578-EC58-4E74-4C08-953D09BE3977}"/>
          </ac:picMkLst>
        </pc:picChg>
      </pc:sldChg>
      <pc:sldChg chg="modSp mod">
        <pc:chgData name="Dhinesh Karthick" userId="97d27e92d58cdd6c" providerId="LiveId" clId="{2BF9A189-C07D-4A9B-9256-A6B69EF16AE6}" dt="2026-09-18T13:07:28.824" v="34"/>
        <pc:sldMkLst>
          <pc:docMk/>
          <pc:sldMk cId="0" sldId="275"/>
        </pc:sldMkLst>
        <pc:graphicFrameChg chg="mod">
          <ac:chgData name="Dhinesh Karthick" userId="97d27e92d58cdd6c" providerId="LiveId" clId="{2BF9A189-C07D-4A9B-9256-A6B69EF16AE6}" dt="2026-09-18T13:07:28.824" v="34"/>
          <ac:graphicFrameMkLst>
            <pc:docMk/>
            <pc:sldMk cId="0" sldId="275"/>
            <ac:graphicFrameMk id="4194317" creationId="{00000000-0000-0000-0000-000000000000}"/>
          </ac:graphicFrameMkLst>
        </pc:graphicFrameChg>
        <pc:picChg chg="mod">
          <ac:chgData name="Dhinesh Karthick" userId="97d27e92d58cdd6c" providerId="LiveId" clId="{2BF9A189-C07D-4A9B-9256-A6B69EF16AE6}" dt="2026-09-18T13:07:25.651" v="33" actId="1076"/>
          <ac:picMkLst>
            <pc:docMk/>
            <pc:sldMk cId="0" sldId="275"/>
            <ac:picMk id="8" creationId="{00000000-0000-0000-0000-000000000000}"/>
          </ac:picMkLst>
        </pc:picChg>
      </pc:sldChg>
      <pc:sldChg chg="del">
        <pc:chgData name="Dhinesh Karthick" userId="97d27e92d58cdd6c" providerId="LiveId" clId="{2BF9A189-C07D-4A9B-9256-A6B69EF16AE6}" dt="2026-09-18T13:10:29.680" v="89" actId="2696"/>
        <pc:sldMkLst>
          <pc:docMk/>
          <pc:sldMk cId="0" sldId="276"/>
        </pc:sldMkLst>
      </pc:sldChg>
      <pc:sldChg chg="modSp mod">
        <pc:chgData name="Dhinesh Karthick" userId="97d27e92d58cdd6c" providerId="LiveId" clId="{2BF9A189-C07D-4A9B-9256-A6B69EF16AE6}" dt="2026-09-18T13:10:20.091" v="88" actId="20577"/>
        <pc:sldMkLst>
          <pc:docMk/>
          <pc:sldMk cId="0" sldId="277"/>
        </pc:sldMkLst>
        <pc:graphicFrameChg chg="modGraphic">
          <ac:chgData name="Dhinesh Karthick" userId="97d27e92d58cdd6c" providerId="LiveId" clId="{2BF9A189-C07D-4A9B-9256-A6B69EF16AE6}" dt="2026-09-18T13:10:20.091" v="88" actId="20577"/>
          <ac:graphicFrameMkLst>
            <pc:docMk/>
            <pc:sldMk cId="0" sldId="277"/>
            <ac:graphicFrameMk id="6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9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8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6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67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9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68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64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68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7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69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6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6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extBox 4"/>
          <p:cNvSpPr txBox="1"/>
          <p:nvPr/>
        </p:nvSpPr>
        <p:spPr>
          <a:xfrm>
            <a:off x="152400" y="1047750"/>
            <a:ext cx="8539218" cy="827016"/>
          </a:xfrm>
          <a:prstGeom prst="rect">
            <a:avLst/>
          </a:prstGeom>
          <a:noFill/>
        </p:spPr>
        <p:txBody>
          <a:bodyPr wrap="square" lIns="87499" tIns="43749" rIns="87499" bIns="43749" rtlCol="0">
            <a:spAutoFit/>
          </a:bodyPr>
          <a:lstStyle/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Department of Electronics and Communication Engineering</a:t>
            </a:r>
          </a:p>
          <a:p>
            <a:pPr algn="ctr"/>
            <a:r>
              <a:rPr lang="en-US" sz="1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B.E – ECE ( 2 Year A Section)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PROJECT BASED LEARNING REVIEW 1  AY </a:t>
            </a:r>
            <a:r>
              <a:rPr lang="en-US" sz="1600" b="1" u="sng" dirty="0">
                <a:latin typeface="Times New Roman" pitchFamily="18" charset="0"/>
                <a:cs typeface="Times New Roman" pitchFamily="18" charset="0"/>
              </a:rPr>
              <a:t>2026-27 ODD SEMESTER</a:t>
            </a:r>
          </a:p>
        </p:txBody>
      </p:sp>
      <p:graphicFrame>
        <p:nvGraphicFramePr>
          <p:cNvPr id="4194304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934096"/>
              </p:ext>
            </p:extLst>
          </p:nvPr>
        </p:nvGraphicFramePr>
        <p:xfrm>
          <a:off x="152400" y="3257550"/>
          <a:ext cx="8839200" cy="18135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latin typeface="Times New Roman" pitchFamily="18" charset="0"/>
                          <a:cs typeface="Times New Roman" pitchFamily="18" charset="0"/>
                        </a:rPr>
                        <a:t>Presented</a:t>
                      </a:r>
                      <a:r>
                        <a:rPr lang="en-US" sz="1600" i="1" baseline="0" dirty="0">
                          <a:latin typeface="Times New Roman" pitchFamily="18" charset="0"/>
                          <a:cs typeface="Times New Roman" pitchFamily="18" charset="0"/>
                        </a:rPr>
                        <a:t> By</a:t>
                      </a:r>
                      <a:endParaRPr lang="en-US" sz="16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latin typeface="Times New Roman" pitchFamily="18" charset="0"/>
                          <a:cs typeface="Times New Roman" pitchFamily="18" charset="0"/>
                        </a:rPr>
                        <a:t>           Under the Mentoring of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Mentor – (Company)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 rowSpan="2"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Dhinesh Karthick D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Manickavel C</a:t>
                      </a:r>
                    </a:p>
                  </a:txBody>
                  <a:tcPr marT="34290" marB="34290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00000"/>
                          </a:solidFill>
                          <a:latin typeface="Calibri"/>
                        </a:rPr>
                        <a:t>210425106049</a:t>
                      </a:r>
                    </a:p>
                    <a:p>
                      <a:pPr algn="l"/>
                      <a:r>
                        <a:rPr sz="1100" b="1" dirty="0">
                          <a:solidFill>
                            <a:srgbClr val="000000"/>
                          </a:solidFill>
                          <a:latin typeface="Calibri"/>
                        </a:rPr>
                        <a:t>210425106</a:t>
                      </a:r>
                      <a:r>
                        <a:rPr lang="en-IN" sz="1100" b="1" dirty="0">
                          <a:solidFill>
                            <a:srgbClr val="000000"/>
                          </a:solidFill>
                          <a:latin typeface="Calibri"/>
                        </a:rPr>
                        <a:t>117</a:t>
                      </a:r>
                      <a:endParaRPr sz="1100" b="1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[Mentor Name]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Post: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Mail</a:t>
                      </a:r>
                      <a:r>
                        <a:rPr lang="en-US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ID:</a:t>
                      </a:r>
                    </a:p>
                    <a:p>
                      <a:pPr algn="l"/>
                      <a:r>
                        <a:rPr lang="en-US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Mob :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 v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Assistant Professor / 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ECE Department/CIT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Contact Details: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48587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05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588037"/>
              </p:ext>
            </p:extLst>
          </p:nvPr>
        </p:nvGraphicFramePr>
        <p:xfrm>
          <a:off x="152400" y="1962150"/>
          <a:ext cx="8839200" cy="1295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83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7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800000"/>
                          </a:solidFill>
                          <a:latin typeface="Calibri"/>
                        </a:rPr>
                        <a:t>Title of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680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000000"/>
                          </a:solidFill>
                          <a:latin typeface="Calibri"/>
                        </a:rPr>
                        <a:t>EdgeWatt</a:t>
                      </a:r>
                      <a:r>
                        <a:rPr sz="1300" b="1" dirty="0">
                          <a:solidFill>
                            <a:srgbClr val="000000"/>
                          </a:solidFill>
                          <a:latin typeface="Calibri"/>
                        </a:rPr>
                        <a:t>: A Low-Cost ESP32-Based Non-Intrusive Load Monitoring System Using Engineered Steady-State Features and Ensemble 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88" name="Frame 15"/>
          <p:cNvSpPr/>
          <p:nvPr/>
        </p:nvSpPr>
        <p:spPr>
          <a:xfrm>
            <a:off x="0" y="0"/>
            <a:ext cx="9144000" cy="1123950"/>
          </a:xfrm>
          <a:prstGeom prst="frame">
            <a:avLst>
              <a:gd name="adj1" fmla="val 675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8763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33350"/>
            <a:ext cx="1295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1585592"/>
              </p:ext>
            </p:extLst>
          </p:nvPr>
        </p:nvGraphicFramePr>
        <p:xfrm>
          <a:off x="1142999" y="110490"/>
          <a:ext cx="8001001" cy="74693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176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6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025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ABSTRACT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4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0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04791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r>
                        <a:rPr lang="en-US" sz="1050" baseline="0" dirty="0"/>
                        <a:t> 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PBL</a:t>
                      </a:r>
                      <a:r>
                        <a:rPr lang="en-US" sz="1050" b="1" baseline="0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 REVIEW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2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8595" name="Frame 10"/>
          <p:cNvSpPr/>
          <p:nvPr/>
        </p:nvSpPr>
        <p:spPr>
          <a:xfrm>
            <a:off x="0" y="0"/>
            <a:ext cx="1143000" cy="8191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6" name="Content Placeholder 7"/>
          <p:cNvSpPr>
            <a:spLocks noGrp="1"/>
          </p:cNvSpPr>
          <p:nvPr>
            <p:ph idx="1"/>
          </p:nvPr>
        </p:nvSpPr>
        <p:spPr>
          <a:xfrm>
            <a:off x="457200" y="1200151"/>
            <a:ext cx="8534400" cy="3394472"/>
          </a:xfrm>
        </p:spPr>
        <p:txBody>
          <a:bodyPr>
            <a:normAutofit/>
          </a:bodyPr>
          <a:lstStyle/>
          <a:p>
            <a:pPr algn="just">
              <a:spcBef>
                <a:spcPct val="30000"/>
              </a:spcBef>
              <a:spcAft>
                <a:spcPts val="100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• Non-Intrusive Load Monitoring (NILM) disaggregates total power consumption into individual appliance operational states from a single centralized sensor on the main utility feed.</a:t>
            </a:r>
          </a:p>
          <a:p>
            <a:pPr>
              <a:spcAft>
                <a:spcPts val="10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• EdgeWatt realizes a fully edge-resident, cloud-free NILM pipeline on an ESP32 microcontroller with a split-core current transformer (SCT-013-100A/1V) and dual-stage LM358 analog signal conditioning.</a:t>
            </a:r>
          </a:p>
          <a:p>
            <a:pPr>
              <a:spcAft>
                <a:spcPts val="10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• Novelty: Resolves real-world analog non-idealities (thermal zero-drift and low-power SMPS non-linearities) through a 13-dimensional engineered steady-state feature space and dynamic baseline compensation ("SET AS NO LOAD").</a:t>
            </a:r>
          </a:p>
          <a:p>
            <a:pPr>
              <a:spcAft>
                <a:spcPts val="10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• Quantitative Validation: Evaluated via a Weighted Soft-Voting Ensemble (GBDT + ExtraTrees + HistGB), achieving 99.1% steady-state accuracy and 91.8% dynamic tracking accuracy across an automated 40-minute stress test with &lt;0.8 ms inference latency.</a:t>
            </a:r>
          </a:p>
        </p:txBody>
      </p:sp>
      <p:sp>
        <p:nvSpPr>
          <p:cNvPr id="1048597" name="Frame 8"/>
          <p:cNvSpPr/>
          <p:nvPr/>
        </p:nvSpPr>
        <p:spPr>
          <a:xfrm>
            <a:off x="1143000" y="0"/>
            <a:ext cx="8001000" cy="8191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83472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8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1449071"/>
              </p:ext>
            </p:extLst>
          </p:nvPr>
        </p:nvGraphicFramePr>
        <p:xfrm>
          <a:off x="1142999" y="0"/>
          <a:ext cx="8001001" cy="9144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2493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Outcomes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8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9" name="Frame 10"/>
          <p:cNvSpPr/>
          <p:nvPr/>
        </p:nvSpPr>
        <p:spPr>
          <a:xfrm>
            <a:off x="0" y="0"/>
            <a:ext cx="1143000" cy="8953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10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937745"/>
              </p:ext>
            </p:extLst>
          </p:nvPr>
        </p:nvGraphicFramePr>
        <p:xfrm>
          <a:off x="152400" y="1200151"/>
          <a:ext cx="8839200" cy="33899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1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3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 No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Base Papers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Problem</a:t>
                      </a:r>
                      <a:r>
                        <a:rPr lang="en-US" sz="1100" b="1" i="0" u="none" strike="noStrike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Identified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Remarks</a:t>
                      </a:r>
                      <a:r>
                        <a:rPr lang="en-US" sz="1100" b="1" u="none" strike="noStrike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Solutions/Modifications/Suggestions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7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0" marR="0" marT="37465" marB="0" horzOverflow="overflow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  <a:latin typeface="Calibri"/>
                        </a:rPr>
                        <a:t>Hart</a:t>
                      </a:r>
                    </a:p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  <a:latin typeface="Calibri"/>
                        </a:rPr>
                        <a:t>Nonintrusive Appliance Load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Macroscopic P-Q step changes; fails on overlapping low-power SMPS loads &amp; zero-drift.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Introduced multi-feature delta invariance (ΔV1) and dynamic baseline compensation.</a:t>
                      </a:r>
                    </a:p>
                  </a:txBody>
                  <a:tcPr marL="6814" marR="6814" marT="681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76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0" marR="0" marT="37465" marB="0" horzOverflow="overflow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Tabanelli et al. (2021)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Trimmed Features for Edge NILM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Benchmark for MCU NILM, but uses proprietary ARM Cortex-M4; lacks reproducible commodity hardware.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Ported and enhanced for commodity ESP32 (&lt;$5) with 13-feature non-linear space and soft voting.</a:t>
                      </a:r>
                    </a:p>
                  </a:txBody>
                  <a:tcPr marL="6814" marR="6814" marT="681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3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0" marR="0" marT="38100" marB="0" horzOverflow="overflow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Völker &amp; Becker et al. (2021)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Feature &amp; Classifier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Calibri"/>
                        </a:rPr>
                        <a:t>Evaluated only on curated offline datasets without live analog noise or thermal baseline drift.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Live physical validation on noisy household AC mains with real-time Streamlit and LCD edge telemetry.</a:t>
                      </a:r>
                    </a:p>
                  </a:txBody>
                  <a:tcPr marL="6814" marR="6814" marT="6814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8600" name="Frame 8"/>
          <p:cNvSpPr/>
          <p:nvPr/>
        </p:nvSpPr>
        <p:spPr>
          <a:xfrm>
            <a:off x="1143000" y="0"/>
            <a:ext cx="8001000" cy="8953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" y="11430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135072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PBL 1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3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1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5165690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400" dirty="0"/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Objectives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01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2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4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" y="142875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13944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4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94312" name="TextBox 4194311"/>
          <p:cNvSpPr txBox="1"/>
          <p:nvPr/>
        </p:nvSpPr>
        <p:spPr>
          <a:xfrm>
            <a:off x="300000" y="1150000"/>
            <a:ext cx="8544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• Single-CT Non-Invasive Edge Sensing: Capture total current using a non-invasive split-core CT sensor (SCT-013-100A/1V) with active LM358 analog signal conditioning.</a:t>
            </a:r>
          </a:p>
          <a:p>
            <a:pPr>
              <a:spcAft>
                <a:spcPts val="800"/>
              </a:spcAft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13-Dimensional Steady-State Feature Engineering: Compute proxy active power, peak-to-peak, form factor, crest factor, and higher-order spectral moments on-device.</a:t>
            </a:r>
          </a:p>
          <a:p>
            <a:pPr>
              <a:spcAft>
                <a:spcPts val="800"/>
              </a:spcAft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Weighted Soft-Voting Ensemble Classification: Deploy a multi-model consensus architecture (GBDT, ExtraTrees, HistGB) running with &lt;0.8 ms inference latency.</a:t>
            </a:r>
          </a:p>
          <a:p>
            <a:pPr>
              <a:spcAft>
                <a:spcPts val="800"/>
              </a:spcAft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Dynamic Baseline Calibration &amp; Zero-Drift Tracking: Implement "SET AS NO LOAD" dynamic offset compensation to eliminate sensor thermal drift.</a:t>
            </a:r>
          </a:p>
          <a:p>
            <a:pPr>
              <a:spcAft>
                <a:spcPts val="800"/>
              </a:spcAft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Real-Time Edge Telemetry: Stream sub-second appliance state disaggregation to local I2C LCD and supervisory Streamlit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3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8203280"/>
              </p:ext>
            </p:extLst>
          </p:nvPr>
        </p:nvGraphicFramePr>
        <p:xfrm>
          <a:off x="1142999" y="0"/>
          <a:ext cx="8001001" cy="109021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6652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6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0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Problem Statements Identified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05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6" name="Frame 10"/>
          <p:cNvSpPr/>
          <p:nvPr/>
        </p:nvSpPr>
        <p:spPr>
          <a:xfrm>
            <a:off x="0" y="0"/>
            <a:ext cx="1143000" cy="102870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7" name="Content Placeholder 8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>
            <a:noAutofit/>
          </a:bodyPr>
          <a:lstStyle/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8" name="Frame 9"/>
          <p:cNvSpPr/>
          <p:nvPr/>
        </p:nvSpPr>
        <p:spPr>
          <a:xfrm>
            <a:off x="1143000" y="0"/>
            <a:ext cx="8001000" cy="10477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8117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5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94314" name="TextBox 4194313"/>
          <p:cNvSpPr txBox="1"/>
          <p:nvPr/>
        </p:nvSpPr>
        <p:spPr>
          <a:xfrm>
            <a:off x="300000" y="1150000"/>
            <a:ext cx="8544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• High Cost and Intrusiveness of Sub-Metering: Conventional smart plugs require physical inline installation per appliance, making building-wide deployment complex and cost-prohibitive.</a:t>
            </a:r>
          </a:p>
          <a:p>
            <a:pPr>
              <a:spcAft>
                <a:spcPts val="1000"/>
              </a:spcAft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Cloud Latency, Bandwidth, and Privacy Risks: Traditional NILM systems stream high-frequency raw telemetry to external servers, exposing consumer occupancy patterns and risking connection drops.</a:t>
            </a:r>
          </a:p>
          <a:p>
            <a:pPr>
              <a:spcAft>
                <a:spcPts val="1000"/>
              </a:spcAft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Computational Overhead of Deep Learning: Complex deep neural networks (CNNs, Bi-LSTMs) demand GPU/cloud compute budgets that far exceed low-power edge microcontrollers.</a:t>
            </a:r>
          </a:p>
          <a:p>
            <a:pPr>
              <a:spcAft>
                <a:spcPts val="1000"/>
              </a:spcAft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Analog Sensor Zero-Drift and Non-Linear Loads: Low-cost split-core sensors suffer from thermal baseline drift, while low-power SMPS loads (chargers, LED bulbs) confound classical current thresholds.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C02BF7-EDCB-C6B8-6F38-E85DFF350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964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5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1313270"/>
              </p:ext>
            </p:extLst>
          </p:nvPr>
        </p:nvGraphicFramePr>
        <p:xfrm>
          <a:off x="1142999" y="0"/>
          <a:ext cx="8001001" cy="97155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7623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9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SOLUTIONS / MODIFICATIONS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0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2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364" y="142875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177494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94316" name="TextBox 4194315"/>
          <p:cNvSpPr txBox="1"/>
          <p:nvPr/>
        </p:nvSpPr>
        <p:spPr>
          <a:xfrm>
            <a:off x="300000" y="1150000"/>
            <a:ext cx="8544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• Edge-Resident Architecture: Complete feature extraction, calibration, and ensemble inference execute locally on a dual-core ESP32 with zero cloud dependency.</a:t>
            </a:r>
          </a:p>
          <a:p>
            <a:pPr>
              <a:spcAft>
                <a:spcPts val="1000"/>
              </a:spcAft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Robust 13-Feature Non-Linear Pipeline: Combines statistical moments and harmonic variance to uniquely separate close-wattage inductive and capacitive loads.</a:t>
            </a:r>
          </a:p>
          <a:p>
            <a:pPr>
              <a:spcAft>
                <a:spcPts val="1000"/>
              </a:spcAft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Dynamic Zero-Load Floor Calibration: Real-time drift subtraction ("SET AS NO LOAD") dynamically anchors the sensor zero level against ambient thermal drift.</a:t>
            </a:r>
          </a:p>
          <a:p>
            <a:pPr>
              <a:spcAft>
                <a:spcPts val="1000"/>
              </a:spcAft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Weighted Soft-Voting Ensemble: Multi-model probabilistic consensus (99.1% steady-state accuracy) with temporal state debouncing to eliminate switching chatter.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0170572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Subjects Integration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1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344" y="142875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8052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94318" name="Table 4194317"/>
          <p:cNvGraphicFramePr>
            <a:graphicFrameLocks noGrp="1"/>
          </p:cNvGraphicFramePr>
          <p:nvPr/>
        </p:nvGraphicFramePr>
        <p:xfrm>
          <a:off x="300000" y="1150000"/>
          <a:ext cx="8543999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Coursework Subject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Application in this Project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Electronic Devices &amp; Circuits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LM358 dual-stage op-amp amplifier, DC bias offset divider (Vcc/2), RC low-pass filtering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Digital Electronics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ADC quantization, opto-isolated triggering, logic level shifting (3.3V/5V I2C)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Electromagnetic Fields (EMF)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Split-core current transformer mutual inductance, magnetic flux coupling, Faraday's law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Microprocessors &amp; Microcontrollers (MPMC)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ESP32 dual-core FreeRTOS task scheduling, 12-bit ADC SAR configuration, I2C bus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C / Embedded C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Embedded C firmware for continuous circular buffer sampling, fixed-point math, and UART telemetry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Machine Learning &amp; Applied Mathematics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Non-linear feature extraction, Gradient Boosted Trees, ExtraTrees, and soft-voting ensemble consensus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1801680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Hardware Components Purchased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1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729889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8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381000" y="1123950"/>
            <a:ext cx="6324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ESP32 Dev Board (Dual-Core Tensilica 240MHz, 520KB SRAM, Wi-Fi/BLE)</a:t>
            </a:r>
          </a:p>
          <a:p>
            <a:pPr>
              <a:spcAft>
                <a:spcPts val="6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SCT-013-100A/1V Split-Core Current Transformer Sensor</a:t>
            </a:r>
          </a:p>
          <a:p>
            <a:pPr>
              <a:spcAft>
                <a:spcPts val="6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LM358P Low-Power Dual Operational Amplifier IC</a:t>
            </a:r>
          </a:p>
          <a:p>
            <a:pPr>
              <a:spcAft>
                <a:spcPts val="6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4N35 Optocoupler for Mains Zero-Cross Detection</a:t>
            </a:r>
          </a:p>
          <a:p>
            <a:pPr>
              <a:spcAft>
                <a:spcPts val="6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3.5mm TRRS Audio Jack Breakout Board (CT Connector)</a:t>
            </a:r>
          </a:p>
          <a:p>
            <a:pPr>
              <a:spcAft>
                <a:spcPts val="6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Precision Metal Film Resistors (10k, 100k, 1k, 100Ω) &amp; 10µF Capacitors</a:t>
            </a:r>
          </a:p>
          <a:p>
            <a:pPr>
              <a:spcAft>
                <a:spcPts val="6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I2C 16x2 Character LCD Module with PCF8574 Backpack</a:t>
            </a:r>
          </a:p>
          <a:p>
            <a:pPr>
              <a:spcAft>
                <a:spcPts val="6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Dual Appliance AC Test Jig (Resistive &amp; SMPS Loads), Breadboard &amp; Wires</a:t>
            </a:r>
          </a:p>
        </p:txBody>
      </p:sp>
      <p:pic>
        <p:nvPicPr>
          <p:cNvPr id="4194318" name="Picture 4194317" descr="slide8_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150000"/>
            <a:ext cx="2500000" cy="33000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803F089-DDC2-B6D4-5242-86C794FFE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964" y="142875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8165382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Procurement Status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1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401212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94318" name="Table 4194317"/>
          <p:cNvGraphicFramePr>
            <a:graphicFrameLocks noGrp="1"/>
          </p:cNvGraphicFramePr>
          <p:nvPr/>
        </p:nvGraphicFramePr>
        <p:xfrm>
          <a:off x="300000" y="1150000"/>
          <a:ext cx="8543999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6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Notes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ESP32 Dev Board, SCT-013 CT Sensor, LM358 Op-Amp, I2C LCD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Procured &amp; Tested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Fully integrated and operational on breadboard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10k / 100k / 1k / 100Ω Resistors &amp; 10µF Filter Capacitors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Procured &amp; Tested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Installed in active DC bias and gain conditioning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3.5mm TRRS Audio Breakout Board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Procured &amp; Tested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Pinout verified: Tip = Signal, Sleeve = Ground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4N35 Optocoupler &amp; 1N4148 Protection Diodes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Procured &amp; Tested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Integrated for mains isolation and zero-cross 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AC Test Jig, Dual Appliance Sockets &amp; Safety Enclosure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Procured &amp; Tested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Fabricated with safety enclosure for repeated testing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2742127-E5CC-7B35-17C6-F7A977CCB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964" y="142875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8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793711"/>
              </p:ext>
            </p:extLst>
          </p:nvPr>
        </p:nvGraphicFramePr>
        <p:xfrm>
          <a:off x="1142999" y="110490"/>
          <a:ext cx="8001001" cy="78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002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85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Overall System Architecture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20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1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2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651498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94319" name="Picture 419431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38" y="1050000"/>
            <a:ext cx="6826923" cy="355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D9B158-4352-9CC9-0D3E-C43AE57A9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964" y="142875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8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73060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Circuit Diagrams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20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1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2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138481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11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94319" name="Picture 4194318" descr="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421000"/>
            <a:ext cx="5400000" cy="2808000"/>
          </a:xfrm>
          <a:prstGeom prst="rect">
            <a:avLst/>
          </a:prstGeom>
        </p:spPr>
      </p:pic>
      <p:pic>
        <p:nvPicPr>
          <p:cNvPr id="4194320" name="Picture 4194319" descr="slide11_bread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000" y="1150000"/>
            <a:ext cx="2950000" cy="330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E4F02D-0AD0-3951-4783-7631E4DA5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964" y="142875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22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5905790"/>
              </p:ext>
            </p:extLst>
          </p:nvPr>
        </p:nvGraphicFramePr>
        <p:xfrm>
          <a:off x="1142999" y="209550"/>
          <a:ext cx="8001001" cy="71702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1263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r>
                        <a:rPr lang="en-US" sz="1400" dirty="0"/>
                        <a:t> 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53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Algorithm / Flowchart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27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8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9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614654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12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94323" name="Picture 4194322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050000"/>
            <a:ext cx="4038600" cy="355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2ADAB8-1120-F35D-1DD0-34C73638B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964" y="142875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24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3855322"/>
              </p:ext>
            </p:extLst>
          </p:nvPr>
        </p:nvGraphicFramePr>
        <p:xfrm>
          <a:off x="1142999" y="110490"/>
          <a:ext cx="8001001" cy="78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002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85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Software Development Status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3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3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26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28760"/>
              </p:ext>
            </p:extLst>
          </p:nvPr>
        </p:nvGraphicFramePr>
        <p:xfrm>
          <a:off x="152400" y="1047750"/>
          <a:ext cx="8763000" cy="33655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731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4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150" b="1">
                          <a:latin typeface="Times New Roman"/>
                        </a:rPr>
                        <a:t>Software Module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50" b="1">
                          <a:latin typeface="Times New Roman"/>
                        </a:rPr>
                        <a:t>Status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50" b="1">
                          <a:latin typeface="Times New Roman"/>
                        </a:rPr>
                        <a:t>% Complete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13-Dimensional Steady-State Feature Extractor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Completed &amp; Optimized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Weighted Soft-Voting Ensemble (GBDT + ExtraTrees + HistGB)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Trained &amp; Validated (99.1% Acc)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ESP32 Continuous ADC Sampling Firmware (Circular Buffer)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Flashed &amp; Hardware-Verified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Dynamic Zero-Load Calibration Engine ("SET AS NO LOAD")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Tested &amp; Real-Time Verified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Streamlit Supervisory Telemetry &amp; Diagnostic Dashboard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Fully Operational with Live Controls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Temporal State Debouncing Engine (Hysteresis Filter)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Integrated (Zero State Chattering)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40-Minute Automated Hardware Stress Test Pipeline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Completed (91.8% Dynamic Acc)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I2C 16x2 LCD Real-Time Appliance &amp; Power Display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Fully Integrated On-Device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Automated Dataset Logging &amp; Confusion Matrix Generation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Benchmarked across 3 Regimes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Project Source Code Repository &amp; Documentation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Published with Complete Docs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855697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PBL 1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13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D596243-4EEF-B843-F1B0-0C42F45DF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964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0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0285521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Hardware Development Status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1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964" y="142875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920500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14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94331" name="Table 4194330"/>
          <p:cNvGraphicFramePr>
            <a:graphicFrameLocks noGrp="1"/>
          </p:cNvGraphicFramePr>
          <p:nvPr/>
        </p:nvGraphicFramePr>
        <p:xfrm>
          <a:off x="300000" y="1150000"/>
          <a:ext cx="8543999" cy="2229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7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66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Hardware Block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SCT-013 Split-Core CT Sensor + LM358 Dual-Stage Active Conditioning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00000"/>
                          </a:solidFill>
                          <a:latin typeface="Calibri"/>
                        </a:rPr>
                        <a:t>Completed &amp; Calibrated (Linear Gain Stage)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3.5mm TRRS Breakout Interface &amp; Analog Shielding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00000"/>
                          </a:solidFill>
                          <a:latin typeface="Calibri"/>
                        </a:rPr>
                        <a:t>Complete (Noise-Free Signal Delivery)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ESP32 Microcontroller Interfacing &amp; Power Distribution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00000"/>
                          </a:solidFill>
                          <a:latin typeface="Calibri"/>
                        </a:rPr>
                        <a:t>Complete (Stable Isolated 3.3V/5V Rails)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I2C 16x2 Character LCD Module (PCF8574 Backpack)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00000"/>
                          </a:solidFill>
                          <a:latin typeface="Calibri"/>
                        </a:rPr>
                        <a:t>Operational (Live Telemetry &amp; State Display)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67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AC Mains Safety Test Jig with Dual Appliance Sockets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00000"/>
                          </a:solidFill>
                          <a:latin typeface="Calibri"/>
                        </a:rPr>
                        <a:t>Completed &amp; Safety-Enclosed for Benchmarking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194332" name="Picture 4194331" descr="slide14_hardware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00" y="3450000"/>
            <a:ext cx="8544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0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3067377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Timeline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1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288309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15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94331" name="Picture 4194330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00" y="1050000"/>
            <a:ext cx="7810000" cy="355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BBE578-EC58-4E74-4C08-953D09BE3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964" y="142875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0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2783209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EdgeWatt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Completion Percentage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1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837206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94332" name="Table 4194331"/>
          <p:cNvGraphicFramePr>
            <a:graphicFrameLocks noGrp="1"/>
          </p:cNvGraphicFramePr>
          <p:nvPr/>
        </p:nvGraphicFramePr>
        <p:xfrm>
          <a:off x="4100000" y="1150000"/>
          <a:ext cx="4699999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% Complete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 Sensing Hardware &amp; Analog Conditioning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 ADC Sampling &amp; Signal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3. 13-D Feature Extraction &amp; Baseline Tracking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4. Soft-Voting Ensemble ML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5. 40-Minute Hardware Stress Testing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6. Edge Dashboard &amp; System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194333" name="Picture 4194332" descr="completion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325000"/>
            <a:ext cx="3600000" cy="300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A5BFA4-F589-FC5C-5EC2-B567193AB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964" y="142875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Team Member Responsibilities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21675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17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369231"/>
              </p:ext>
            </p:extLst>
          </p:nvPr>
        </p:nvGraphicFramePr>
        <p:xfrm>
          <a:off x="300000" y="1400000"/>
          <a:ext cx="8543999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5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333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Responsibilities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Dhinesh Karthick D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(210425106049)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Hardware architecture (SCT-013 conditioning, LM358 active gain stage), ESP32 firmware, 13D steady-state feature extractor, ML soft-voting ensemble (GBDT + ExtraTrees + HistGB), dynamic baseline tracking, Streamlit supervisory dashboard.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334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000000"/>
                          </a:solidFill>
                          <a:latin typeface="Calibri"/>
                        </a:rPr>
                        <a:t>Manickavel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  <a:latin typeface="Calibri"/>
                        </a:rPr>
                        <a:t> C</a:t>
                      </a:r>
                    </a:p>
                    <a:p>
                      <a:pPr algn="l"/>
                      <a:r>
                        <a:rPr sz="1100" b="1" dirty="0">
                          <a:solidFill>
                            <a:srgbClr val="000000"/>
                          </a:solidFill>
                          <a:latin typeface="Calibri"/>
                        </a:rPr>
                        <a:t>(210425106</a:t>
                      </a:r>
                      <a:r>
                        <a:rPr lang="en-IN" sz="1100" b="1" dirty="0">
                          <a:solidFill>
                            <a:srgbClr val="000000"/>
                          </a:solidFill>
                          <a:latin typeface="Calibri"/>
                        </a:rPr>
                        <a:t>117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Calibri"/>
                        </a:rPr>
                        <a:t>Hardware assembly and AC test jig fabrication, multi-regime dataset acquisition (steady-state and switching runs), 40-minute automated hardware stress testing, technical documentation, and project reporting.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200" b="1">
                <a:solidFill>
                  <a:srgbClr val="800000"/>
                </a:solidFill>
                <a:latin typeface="Calibri"/>
              </a:defRPr>
            </a:pPr>
            <a:r>
              <a:t>Results Achieved &amp; Performance Validation</a:t>
            </a:r>
          </a:p>
        </p:txBody>
      </p:sp>
      <p:sp>
        <p:nvSpPr>
          <p:cNvPr id="4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074664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PBL</a:t>
                      </a:r>
                      <a:r>
                        <a:rPr lang="en-US" sz="1050" b="1" baseline="0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18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1143000"/>
            <a:ext cx="4114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• 99.1% Steady-State 4-Class Accuracy: Achieved by the Soft-Voting Ensemble (GBDT, ExtraTrees, HistGB) on multi-regime test sets.</a:t>
            </a:r>
          </a:p>
          <a:p>
            <a:pPr>
              <a:spcAft>
                <a:spcPts val="8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• 91.8% Dynamic Tracking Accuracy: Proven over a 40-minute continuous automated hardware stress test under live AC mains fluctuations.</a:t>
            </a:r>
          </a:p>
          <a:p>
            <a:pPr>
              <a:spcAft>
                <a:spcPts val="8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Sub-Millisecond Latency (&lt;0.8 ms): Ultra-fast inference on dual-core ESP32, fitting comfortably within the real-time FreeRTOS loop.</a:t>
            </a:r>
          </a:p>
          <a:p>
            <a:pPr>
              <a:spcAft>
                <a:spcPts val="8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100% SMPS vs. Resistive Disambiguation: Perfect separation between Phone Charger (~8.5W) and Incandescent Bulb (~17.0W).</a:t>
            </a:r>
          </a:p>
          <a:p>
            <a:pPr>
              <a:spcAft>
                <a:spcPts val="800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Dynamic Baseline Tracking ("SET AS NO LOAD"): Drift subtraction dynamically eliminates CT zero-point thermal shifts.</a:t>
            </a:r>
          </a:p>
        </p:txBody>
      </p:sp>
      <p:pic>
        <p:nvPicPr>
          <p:cNvPr id="7" name="Picture 6" descr="dataset_classification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43000"/>
            <a:ext cx="420624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97173" name="Picture 2" descr="thank you, etiquette, business etiquette, etiquette expert, book, conference, speaker, Julie Blais Comeau, conférence, étiquette, étiquette professionnelle, training, formation, étiquette des affaires, liv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1657350"/>
            <a:ext cx="4237109" cy="2438400"/>
          </a:xfrm>
          <a:prstGeom prst="rect">
            <a:avLst/>
          </a:prstGeom>
          <a:noFill/>
        </p:spPr>
      </p:pic>
      <p:graphicFrame>
        <p:nvGraphicFramePr>
          <p:cNvPr id="4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47821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9/18/2026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19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1676</Words>
  <Application>Microsoft Office PowerPoint</Application>
  <PresentationFormat>On-screen Show (16:9)</PresentationFormat>
  <Paragraphs>316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Member Responsibilities</vt:lpstr>
      <vt:lpstr>Results Achieved &amp; Performance Validation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RAJA</dc:creator>
  <cp:lastModifiedBy>Dhinesh Karthick</cp:lastModifiedBy>
  <cp:revision>20</cp:revision>
  <dcterms:created xsi:type="dcterms:W3CDTF">2006-08-10T12:00:00Z</dcterms:created>
  <dcterms:modified xsi:type="dcterms:W3CDTF">2026-09-18T13:11:38Z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c14087d32b64439f8be0fb77d9797412</vt:lpwstr>
  </property>
</Properties>
</file>